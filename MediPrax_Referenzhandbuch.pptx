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38">
              <a:alpha val="4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097280"/>
            <a:ext cx="4572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moderne Praxisverwaltungssystem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Referenzhandbuch für das Neuropsychiatricum Bremen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ein neues PVS?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 Oberfläche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MEDISTAR BLACK ist nur ein Skin über eine 30+ Jahre alte Architektur. Die Workflows stammen aus den 1990er-Jahren.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30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laufende Kosten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3.560 – 11.280 €/Jahr an Lizenzgebühren, ohne Flexibilität bei der Anpassung an die eigene Praxis.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 Workflows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Anpassung an neuropsychiatrische Kurztermine (5–10 Min.). Jeder unnötige Klick kostet Produktivität.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Abhängigkeit vom Hersteller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Kontrolle über Updates, Preiserhöhungen oder Feature-Prioritäten. Ein Wechsel ist extrem aufwendig.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Lösung: MediPrax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Praxisverwaltungssystem, entwickelt von Ärzten für Ärzte — mit modernster Technologie und KI-unterstützter Entwicklung.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&amp; Webbasiert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— keine Installation nötig, läuft im Browser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9659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Workflow-optimiert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Kurztermine optimiert: 2–3 Klicks statt 10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&amp; TI-konform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Telematikinfrastruktur, ePA, E-Rezept, KIM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38328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11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Lizenzkosten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Software = 0 € Lizenzgebühren pro Jahr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38328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520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6118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Anpassung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in Tagen, nicht Monaten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383280"/>
            <a:ext cx="256032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5204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118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Ärzte als Gesellschafter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6364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Mitspracherecht bei jeder Entscheidung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— Alles auf einen Blick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64592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43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691640"/>
            <a:ext cx="1645920" cy="320040"/>
          </a:xfrm>
          <a:prstGeom prst="rect">
            <a:avLst/>
          </a:prstGeom>
          <a:solidFill>
            <a:srgbClr val="1E88E5">
              <a:alpha val="7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039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3865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734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081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Wartezimmer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4206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920" y="4389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Neuropsychiatricum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194560" y="1005840"/>
            <a:ext cx="6583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688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Montag, 07. April 2026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68880" y="1600200"/>
            <a:ext cx="1371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7"/>
          <p:cNvSpPr/>
          <p:nvPr/>
        </p:nvSpPr>
        <p:spPr>
          <a:xfrm>
            <a:off x="2468880" y="1600200"/>
            <a:ext cx="13716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8"/>
          <p:cNvSpPr/>
          <p:nvPr/>
        </p:nvSpPr>
        <p:spPr>
          <a:xfrm>
            <a:off x="246888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246888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23360" y="1600200"/>
            <a:ext cx="1371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023360" y="1600200"/>
            <a:ext cx="137160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Text 22"/>
          <p:cNvSpPr/>
          <p:nvPr/>
        </p:nvSpPr>
        <p:spPr>
          <a:xfrm>
            <a:off x="402336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02336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heute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577840" y="1600200"/>
            <a:ext cx="1371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40" y="160020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557784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57784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 diese Woche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132320" y="1600200"/>
            <a:ext cx="137160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Shape 29"/>
          <p:cNvSpPr/>
          <p:nvPr/>
        </p:nvSpPr>
        <p:spPr>
          <a:xfrm>
            <a:off x="7132320" y="1600200"/>
            <a:ext cx="1371600" cy="36576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0" y="1664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13232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Arztbriefe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4688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heute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468880" y="2880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063240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Schmidt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38912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349240" y="2916936"/>
            <a:ext cx="731520" cy="182880"/>
          </a:xfrm>
          <a:prstGeom prst="rect">
            <a:avLst/>
          </a:prstGeom>
          <a:solidFill>
            <a:srgbClr val="F57F17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349240" y="2898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Wartezimmer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468880" y="3172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63240" y="3172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Weber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389120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Yilmaz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349240" y="3209544"/>
            <a:ext cx="731520" cy="18288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5349240" y="3191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Behandlung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468880" y="3465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063240" y="3465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Braun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389120" y="3465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349240" y="3502152"/>
            <a:ext cx="731520" cy="182880"/>
          </a:xfrm>
          <a:prstGeom prst="rect">
            <a:avLst/>
          </a:prstGeom>
          <a:solidFill>
            <a:srgbClr val="78909C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5349240" y="34838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468880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063240" y="37581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Fischer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389120" y="3758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Yilmaz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349240" y="3794760"/>
            <a:ext cx="731520" cy="182880"/>
          </a:xfrm>
          <a:prstGeom prst="rect">
            <a:avLst/>
          </a:prstGeom>
          <a:solidFill>
            <a:srgbClr val="78909C">
              <a:alpha val="20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5349240" y="3776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Aktivität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00800" y="2880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 Herr Weber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400800" y="30449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5 Min.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6400800" y="32278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Arztbrief Fr. Schmidt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400800" y="33924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1 Std.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6400800" y="35753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Pat. Hoffmann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400800" y="3739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3 Std.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Echtzeit-Dashboard mit KPIs, Terminübersicht und Aktivitätsprotokoll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Patientenverwaltung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143000"/>
            <a:ext cx="100584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Neuer Patient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nach Name, KVNR oder Telefon...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Geburtsdatum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KVNR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Schmidt, Maria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14.03.1967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A123456789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0421 555 1234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Weber, Hans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22.07.1954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B987654321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0421 555 5678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971800"/>
            <a:ext cx="7680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Braun, Petra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05.11.1982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0171 234 5678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Fischer, Thomas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30.01.1975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C456789012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0421 555 9012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Hoffmann, Lisa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18.09.1990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06240" y="3611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D321654987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0151 987 6543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Meyer, Karl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02.06.1948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062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E654321098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0421 555 3456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0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1 von 43 (847 Patienten)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Volltextsuche · Paginierung · GKV/PKV · KVNR · Direktzugriff auf Patientenakte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Terminplanung — Wochenansicht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Heute →  07.04. – 12.04.2026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Ärzte 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28016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07.04.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1243584" cy="329184"/>
          </a:xfrm>
          <a:prstGeom prst="rect">
            <a:avLst/>
          </a:prstGeom>
          <a:solidFill>
            <a:srgbClr val="F57F17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1828800"/>
            <a:ext cx="36576" cy="32918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9808" y="2212848"/>
            <a:ext cx="1243584" cy="329184"/>
          </a:xfrm>
          <a:prstGeom prst="rect">
            <a:avLst/>
          </a:prstGeom>
          <a:solidFill>
            <a:srgbClr val="2E7D32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212848"/>
            <a:ext cx="36576" cy="3291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2960" y="2359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49808" y="2596896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2596896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596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22960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039112" y="1463040"/>
            <a:ext cx="12801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2039112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08.04.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57400" y="1828800"/>
            <a:ext cx="1243584" cy="329184"/>
          </a:xfrm>
          <a:prstGeom prst="rect">
            <a:avLst/>
          </a:prstGeom>
          <a:solidFill>
            <a:srgbClr val="2E7D32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1828800"/>
            <a:ext cx="36576" cy="3291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2130552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130552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057400" y="2212848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57400" y="2212848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29" name="Text 27"/>
          <p:cNvSpPr/>
          <p:nvPr/>
        </p:nvSpPr>
        <p:spPr>
          <a:xfrm>
            <a:off x="2130552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30552" y="2359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346704" y="1463040"/>
            <a:ext cx="12801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3346704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09.04.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64992" y="1828800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64992" y="1828800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5" name="Text 33"/>
          <p:cNvSpPr/>
          <p:nvPr/>
        </p:nvSpPr>
        <p:spPr>
          <a:xfrm>
            <a:off x="3438144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38144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364992" y="2212848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64992" y="2212848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9" name="Text 37"/>
          <p:cNvSpPr/>
          <p:nvPr/>
        </p:nvSpPr>
        <p:spPr>
          <a:xfrm>
            <a:off x="3438144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438144" y="2359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364992" y="2596896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364992" y="2596896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43" name="Text 41"/>
          <p:cNvSpPr/>
          <p:nvPr/>
        </p:nvSpPr>
        <p:spPr>
          <a:xfrm>
            <a:off x="3438144" y="2596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438144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Schulz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654296" y="1463040"/>
            <a:ext cx="12801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4654296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10.04.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72584" y="1828800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672584" y="1828800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49" name="Text 47"/>
          <p:cNvSpPr/>
          <p:nvPr/>
        </p:nvSpPr>
        <p:spPr>
          <a:xfrm>
            <a:off x="4745736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45736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Neumann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72584" y="2212848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672584" y="2212848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53" name="Text 51"/>
          <p:cNvSpPr/>
          <p:nvPr/>
        </p:nvSpPr>
        <p:spPr>
          <a:xfrm>
            <a:off x="4745736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45736" y="2359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61888" y="1463040"/>
            <a:ext cx="12801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6" name="Text 54"/>
          <p:cNvSpPr/>
          <p:nvPr/>
        </p:nvSpPr>
        <p:spPr>
          <a:xfrm>
            <a:off x="5961888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11.04.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80176" y="1828800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980176" y="1828800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59" name="Text 57"/>
          <p:cNvSpPr/>
          <p:nvPr/>
        </p:nvSpPr>
        <p:spPr>
          <a:xfrm>
            <a:off x="6053328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53328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Wagner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980176" y="2212848"/>
            <a:ext cx="1243584" cy="329184"/>
          </a:xfrm>
          <a:prstGeom prst="rect">
            <a:avLst/>
          </a:prstGeom>
          <a:solidFill>
            <a:srgbClr val="78909C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980176" y="2212848"/>
            <a:ext cx="36576" cy="329184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63" name="Text 61"/>
          <p:cNvSpPr/>
          <p:nvPr/>
        </p:nvSpPr>
        <p:spPr>
          <a:xfrm>
            <a:off x="6053328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53328" y="2359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Richter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269480" y="1463040"/>
            <a:ext cx="128016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6" name="Text 64"/>
          <p:cNvSpPr/>
          <p:nvPr/>
        </p:nvSpPr>
        <p:spPr>
          <a:xfrm>
            <a:off x="726948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12.04.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Wochenansicht · Arztfilter · Farbcodierte Status · Navigation vorwärts/rückwärts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Wartezimmer — Live-Übersicht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2004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Behandlung (1)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Weber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Yilmaz · 15 Min.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892808"/>
            <a:ext cx="685800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92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06040" cy="320040"/>
          </a:xfrm>
          <a:prstGeom prst="rect">
            <a:avLst/>
          </a:prstGeom>
          <a:solidFill>
            <a:srgbClr val="F57F17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06040" cy="36576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Wartezimmer (2)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4173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Schmidt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 · 10 Min.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1892808"/>
            <a:ext cx="685800" cy="20116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892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Aufrufen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91840" y="224028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Braun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514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 · 20 Min.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2715768"/>
            <a:ext cx="685800" cy="20116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715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Aufrufen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606040" cy="320040"/>
          </a:xfrm>
          <a:prstGeom prst="rect">
            <a:avLst/>
          </a:prstGeom>
          <a:solidFill>
            <a:srgbClr val="78909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005840"/>
            <a:ext cx="2606040" cy="36576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 (3)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41732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Fischer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Yilmaz · 10 Min.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1892808"/>
            <a:ext cx="68580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892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Einchecken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26480" y="224028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17920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2286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Hoffmann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514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 · 15 Min.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2715768"/>
            <a:ext cx="68580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715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Einchecken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26480" y="3063240"/>
            <a:ext cx="2606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17920" y="3108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Meyer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33375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Yilmaz · 10 Min.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17920" y="3538728"/>
            <a:ext cx="68580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3538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Einchecken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Echtzeit-Patientenfluss: Erwartet → Wartezimmer → In Behandlung → Fertig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Klinische Dokumentation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Dokumentation — Frau Schmidt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286000" cy="2560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Müller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1371600" cy="2560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07.04.2026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731520" cy="2560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965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ICD-10-GM Diagnosen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651760"/>
            <a:ext cx="4572000" cy="2560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Code oder Beschreibung suchen...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971800"/>
            <a:ext cx="2743200" cy="256032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F32.1 </a:t>
            </a:r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Mittelgradige depressive Episode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0" y="2971800"/>
            <a:ext cx="2743200" cy="256032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G43.0 </a:t>
            </a:r>
            <a:pPr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Migräne ohne Aura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Befund / Notizen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337560"/>
            <a:ext cx="1188720" cy="228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Psychiatrisch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937760" y="3337560"/>
            <a:ext cx="1188720" cy="228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Neurologisch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217920" y="3337560"/>
            <a:ext cx="1188720" cy="228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Kurzkonsultation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1520" y="3639312"/>
            <a:ext cx="768096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57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PSYCHISCHER BEFUND: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Bewusstsein: klar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Orientierung: vollständig orientiert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Stimmung: depressiv, Affekt: eingeengt...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ICD-10-Suche · Psychiatrische/Neurologische Vorlagen · GOP-Abrechnung integriert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Kostenvergleich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MEDISTAR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Jahreslizenzen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3.560 – 11.280 €/Jahr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5 Jahre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17.800 – 56.400 €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möglich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08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191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Zugriff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47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CGM-Zeitplan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384048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MediPrax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Jahreslizenzen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(eigene Software)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Zertifizierung (einmalig)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~5.000 €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Sofort, selbst steuerbar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008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191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im Besitz der GmbH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447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Praxisbedarf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TI-Pauschale: 263,62 €/Monat von der KV erstattet → Zertifizierungskosten in &lt; 2 Jahren refinanziert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Zertifizierungsweg — Nur ~5.000 €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0642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gematik-Registrierung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an gematik, Client-ID erhalten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106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883664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KBV ADT-Zertifizierung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Abrechnungsdatenträger — Pflicht für KV-Abrechnung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8836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~1.750 €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60904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KBV AVWG-Zertifizierung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907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Verordnungssoftware — Rezepte und Verordnungen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6609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~1.170 €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38144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gematik VSDM + E-Rezept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eGK-Prüfung und elektronisches Rezept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4381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~1.428 €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215384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gematik KIM + KOB ePA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4622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Arztbriefe + ePA-Medikationsliste (KOB aktuell kostenlos)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2153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~714 €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29200" y="4663440"/>
            <a:ext cx="36576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Gesamt: ~5.062 €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· C# · Responsive 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· Web API · EF 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3172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DSGVO-konform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33172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Firely SDK (FHIR) · Konnektor · gematik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· Cookie Auth · Audit-Log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4023360" cy="1005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AI · GitHub Actions · xUnit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Sprache, ein Stack, maximale Produktivität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 (Monat 1–6)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Patientenverwaltung · Terminplanung · Dokumentation · Login/Auth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1280160"/>
            <a:ext cx="1371600" cy="274320"/>
          </a:xfrm>
          <a:prstGeom prst="rect">
            <a:avLst/>
          </a:prstGeom>
          <a:solidFill>
            <a:srgbClr val="2E7D32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Abgeschlossen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TI-Anbindung (Monat 7–12)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313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Konnektor · VSDM · E-Rezept · KIM · ePA-Anbindung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2240280"/>
            <a:ext cx="137160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 (Monat 13–16)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273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EBM-GOPs komplett · KVDT-Export · GOÄ-Abrechnung · KBV-Zertifizierung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3200400"/>
            <a:ext cx="137160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Zertifizierung (Monat 17–24)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4233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KBV ADT/AVWG · gematik Bestätigungen · KOB ePA · Pilotbetrieb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4160520"/>
            <a:ext cx="1371600" cy="27432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170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GmbH gründen — Gesellschaftervertrag mit Ärzten als Partnern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5623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gematik-Registrierung — Sofort und kostenlos möglich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542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TI-Testumgebung einrichten — Konnektor-Simulator + Referenzumgebung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KBV-Anforderungskataloge als Testbasis integrieren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9136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starten — TI-Anbindung und E-Rezept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 für die Zukunft der Praxissoftware?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371600"/>
            <a:ext cx="4572000" cy="1143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 Kontakt: pgarciagon@gmail.com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MediPrax — Das moderne Praxisverwaltungssystem</dc:title>
  <dc:subject>PptxGenJS Presentation</dc:subject>
  <dc:creator>MediPrax GmbH</dc:creator>
  <cp:lastModifiedBy>MediPrax GmbH</cp:lastModifiedBy>
  <cp:revision>1</cp:revision>
  <dcterms:created xsi:type="dcterms:W3CDTF">2026-04-07T15:22:48Z</dcterms:created>
  <dcterms:modified xsi:type="dcterms:W3CDTF">2026-04-07T15:22:48Z</dcterms:modified>
</cp:coreProperties>
</file>